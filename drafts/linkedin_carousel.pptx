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Andhra Pradesh is set to launch India's first large-scale green ammonia project.</a:t>
            </a:r>
          </a:p>
          <a:p>
            <a:pPr lvl="1">
              <a:defRPr sz="1600"/>
            </a:pPr>
            <a:r>
              <a:t>The project is scheduled to be inaugurated on January 17.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will be located in Kakinada, Andhra Pradesh.</a:t>
            </a:r>
          </a:p>
          <a:p>
            <a:pPr lvl="1">
              <a:defRPr sz="1600"/>
            </a:pPr>
            <a:r>
              <a:t>It aims to contribute to sustainable energy solutions in India.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This initiative marks a significant step in India's green energy transition.</a:t>
            </a:r>
          </a:p>
          <a:p>
            <a:pPr lvl="1">
              <a:defRPr sz="1600"/>
            </a:pPr>
            <a:r>
              <a:t>The project is expected to enhance the production of green ammonia in the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green ammonia project is part of a broader strategy to reduce carbon emissions.</a:t>
            </a:r>
          </a:p>
          <a:p>
            <a:pPr lvl="1">
              <a:defRPr sz="1600"/>
            </a:pPr>
            <a:r>
              <a:t>It aligns with global trends towards sustainable energy sources.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is anticipated to create job opportunities in the local area.</a:t>
            </a:r>
          </a:p>
          <a:p>
            <a:pPr lvl="1">
              <a:defRPr sz="1600"/>
            </a:pPr>
            <a:r>
              <a:t>It will also support the development of related industries.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Kakinada: Andhra set to launch India’s first large-scale green ammonia project on Jan 17 - NewsMeter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launch of this project is expected to attract investments in green technology.</a:t>
            </a:r>
          </a:p>
          <a:p>
            <a:pPr lvl="1">
              <a:defRPr sz="1600"/>
            </a:pPr>
            <a:r>
              <a:t>It represents a collaboration between government and private sectors.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