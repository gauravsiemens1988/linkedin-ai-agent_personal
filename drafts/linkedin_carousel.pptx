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0" y="9144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020"/>
                </a:solidFill>
              </a:defRPr>
            </a:pPr>
            <a:r>
              <a:t>Joint Venture Formation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NTPC Green Energy and GAIL have established a 50:50 joint venture.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The joint venture is focused on renewable energy projects.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0" y="9144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020"/>
                </a:solidFill>
              </a:defRPr>
            </a:pPr>
            <a:r>
              <a:t>Participants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NTPC Green Energy is a subsidiary of NTPC Limited.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GAIL is India's largest state-owned natural gas company.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0" y="9144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020"/>
                </a:solidFill>
              </a:defRPr>
            </a:pPr>
            <a:r>
              <a:t>Renewable Energy Focus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The joint venture aims to develop renewable energy projects.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This includes solar, wind, and other clean energy initiatives.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0" y="9144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020"/>
                </a:solidFill>
              </a:defRPr>
            </a:pPr>
            <a:r>
              <a:t>Project Objectives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The projects are intended to enhance India's renewable energy capacity.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They will contribute to the country's sustainability goals.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0" y="9144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020"/>
                </a:solidFill>
              </a:defRPr>
            </a:pPr>
            <a:r>
              <a:t>Investment Plans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Details on specific investment amounts have not been disclosed.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The joint venture will leverage resources from both companies.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0" y="9144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020"/>
                </a:solidFill>
              </a:defRPr>
            </a:pPr>
            <a:r>
              <a:t>Timeline and Future Outlook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No specific timeline for project commencement has been mentioned.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The joint venture aims to position itself strategically in the renewable sector.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