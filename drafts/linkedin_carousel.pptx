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0" y="914400"/>
            <a:ext cx="41148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02020"/>
                </a:solidFill>
              </a:defRPr>
            </a:pPr>
            <a:r>
              <a:t>Joint Venture Formation</a:t>
            </a:r>
          </a:p>
          <a:p>
            <a:pPr lvl="1">
              <a:defRPr sz="1800">
                <a:solidFill>
                  <a:srgbClr val="404040"/>
                </a:solidFill>
              </a:defRPr>
            </a:pPr>
            <a:r>
              <a:t>NTPC Green Energy and GAIL have formed a joint venture.</a:t>
            </a:r>
          </a:p>
          <a:p>
            <a:pPr lvl="1">
              <a:defRPr sz="1800">
                <a:solidFill>
                  <a:srgbClr val="404040"/>
                </a:solidFill>
              </a:defRPr>
            </a:pPr>
            <a:r>
              <a:t>The joint venture operates on a 50:50 ownership basis.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0" y="914400"/>
            <a:ext cx="41148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02020"/>
                </a:solidFill>
              </a:defRPr>
            </a:pPr>
            <a:r>
              <a:t>Focus on Renewable Energy</a:t>
            </a:r>
          </a:p>
          <a:p>
            <a:pPr lvl="1">
              <a:defRPr sz="1800">
                <a:solidFill>
                  <a:srgbClr val="404040"/>
                </a:solidFill>
              </a:defRPr>
            </a:pPr>
            <a:r>
              <a:t>The joint venture is specifically focused on renewable energy.</a:t>
            </a:r>
          </a:p>
          <a:p>
            <a:pPr lvl="1">
              <a:defRPr sz="1800">
                <a:solidFill>
                  <a:srgbClr val="404040"/>
                </a:solidFill>
              </a:defRPr>
            </a:pPr>
            <a:r>
              <a:t>This collaboration aims to enhance sustainable energy production.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0" y="914400"/>
            <a:ext cx="41148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02020"/>
                </a:solidFill>
              </a:defRPr>
            </a:pPr>
            <a:r>
              <a:t>Participants Overview</a:t>
            </a:r>
          </a:p>
          <a:p>
            <a:pPr lvl="1">
              <a:defRPr sz="1800">
                <a:solidFill>
                  <a:srgbClr val="404040"/>
                </a:solidFill>
              </a:defRPr>
            </a:pPr>
            <a:r>
              <a:t>NTPC Green Energy is a subsidiary of NTPC Limited.</a:t>
            </a:r>
          </a:p>
          <a:p>
            <a:pPr lvl="1">
              <a:defRPr sz="1800">
                <a:solidFill>
                  <a:srgbClr val="404040"/>
                </a:solidFill>
              </a:defRPr>
            </a:pPr>
            <a:r>
              <a:t>GAIL is a major player in the natural gas sector in India.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0" y="914400"/>
            <a:ext cx="41148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02020"/>
                </a:solidFill>
              </a:defRPr>
            </a:pPr>
            <a:r>
              <a:t>Strategic Goals</a:t>
            </a:r>
          </a:p>
          <a:p>
            <a:pPr lvl="1">
              <a:defRPr sz="1800">
                <a:solidFill>
                  <a:srgbClr val="404040"/>
                </a:solidFill>
              </a:defRPr>
            </a:pPr>
            <a:r>
              <a:t>The joint venture aligns with India's goals for renewable energy expansion.</a:t>
            </a:r>
          </a:p>
          <a:p>
            <a:pPr lvl="1">
              <a:defRPr sz="1800">
                <a:solidFill>
                  <a:srgbClr val="404040"/>
                </a:solidFill>
              </a:defRPr>
            </a:pPr>
            <a:r>
              <a:t>It supports the transition towards cleaner energy sources.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0" y="914400"/>
            <a:ext cx="41148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02020"/>
                </a:solidFill>
              </a:defRPr>
            </a:pPr>
            <a:r>
              <a:t>Project Development</a:t>
            </a:r>
          </a:p>
          <a:p>
            <a:pPr lvl="1">
              <a:defRPr sz="1800">
                <a:solidFill>
                  <a:srgbClr val="404040"/>
                </a:solidFill>
              </a:defRPr>
            </a:pPr>
            <a:r>
              <a:t>Details on specific projects from the joint venture were not provided.</a:t>
            </a:r>
          </a:p>
          <a:p>
            <a:pPr lvl="1">
              <a:defRPr sz="1800">
                <a:solidFill>
                  <a:srgbClr val="404040"/>
                </a:solidFill>
              </a:defRPr>
            </a:pPr>
            <a:r>
              <a:t>Future announcements regarding project specifics are anticipated.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0" y="914400"/>
            <a:ext cx="41148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02020"/>
                </a:solidFill>
              </a:defRPr>
            </a:pPr>
            <a:r>
              <a:t>Industry Impact</a:t>
            </a:r>
          </a:p>
          <a:p>
            <a:pPr lvl="1">
              <a:defRPr sz="1800">
                <a:solidFill>
                  <a:srgbClr val="404040"/>
                </a:solidFill>
              </a:defRPr>
            </a:pPr>
            <a:r>
              <a:t>The collaboration is expected to contribute to the growth of the renewable energy sector in India.</a:t>
            </a:r>
          </a:p>
          <a:p>
            <a:pPr lvl="1">
              <a:defRPr sz="1800">
                <a:solidFill>
                  <a:srgbClr val="404040"/>
                </a:solidFill>
              </a:defRPr>
            </a:pPr>
            <a:r>
              <a:t>It signifies a partnership between two significant entities in the energy market.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