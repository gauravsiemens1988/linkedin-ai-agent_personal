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NTPC Green Energy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Leading player in renewable energy</a:t>
            </a:r>
          </a:p>
          <a:p>
            <a:pPr lvl="1">
              <a:defRPr sz="2000"/>
            </a:pPr>
            <a:r>
              <a:t>Focus on sustainable development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Bhuj Solar Project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Recent addition of 37.5 MW</a:t>
            </a:r>
          </a:p>
          <a:p>
            <a:pPr lvl="1">
              <a:defRPr sz="2000"/>
            </a:pPr>
            <a:r>
              <a:t>Strategic growth in solar capacity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Total Capacity Achieved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Overall capacity now 8,347.78 MW</a:t>
            </a:r>
          </a:p>
          <a:p>
            <a:pPr lvl="1">
              <a:defRPr sz="2000"/>
            </a:pPr>
            <a:r>
              <a:t>Significant milestone for NTPC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Impact on Renewable Energy Sector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Support for clean energy transition</a:t>
            </a:r>
          </a:p>
          <a:p>
            <a:pPr lvl="1">
              <a:defRPr sz="2000"/>
            </a:pPr>
            <a:r>
              <a:t>Contribution to national energy goals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Future Plans for NTPC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Continued investment in green projects</a:t>
            </a:r>
          </a:p>
          <a:p>
            <a:pPr lvl="1">
              <a:defRPr sz="2000"/>
            </a:pPr>
            <a:r>
              <a:t>Expansion of renewable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00000"/>
                </a:solidFill>
              </a:defRPr>
            </a:pPr>
            <a:r>
              <a:t>Conclusion and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lvl="1">
              <a:defRPr sz="2000"/>
            </a:pPr>
            <a:r>
              <a:t>Commitment to sustainability</a:t>
            </a:r>
          </a:p>
          <a:p>
            <a:pPr lvl="1">
              <a:defRPr sz="2000"/>
            </a:pPr>
            <a:r>
              <a:t>Role in energy security enhancement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