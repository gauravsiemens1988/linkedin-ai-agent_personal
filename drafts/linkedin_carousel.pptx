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NTPC Green Energy board okays 50:50 JV with GAIL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1600"/>
            </a:pPr>
            <a:r>
              <a:t>&lt;a href="https://news.google.com/rss/articles/CBMilwFBVV95cUxOTy1QWnlsUWdnZzIxMS1PN01PRjA2ZFlUbEV0eHYwODRncm5VekVBS214TDUwMk9GLWZlVGZ6NUlZMFd1T3BlcGVoY0FTbk9selhyc21QSkdiekl6VkRXb3lXT2tNUGpQWXN5dFBTQzJSZHhHYUI1OV9ZdTNsMWk2dnY5VmRZZElPbGpBSHJNY3lSWU5JcHFN?oc=5" target="_blank"&gt;NTPC Green Energy board okays 50:50 JV with GAIL&lt;/a&gt;&amp;nbsp;&amp;nbsp;&lt;font color="#6f6f6f"&gt;India Infoline&lt;/font&gt;</a:t>
            </a:r>
          </a:p>
          <a:p>
            <a:pPr lvl="1">
              <a:defRPr sz="1600"/>
            </a:pPr>
            <a:r>
              <a:t>Strategic boost to India’s renewable ecosystem</a:t>
            </a:r>
          </a:p>
          <a:p>
            <a:pPr lvl="1">
              <a:defRPr sz="1600"/>
            </a:pPr>
            <a:r>
              <a:t>Supports long-term clean energy transition</a:t>
            </a:r>
          </a:p>
        </p:txBody>
      </p:sp>
      <p:pic>
        <p:nvPicPr>
          <p:cNvPr id="4" name="Picture 3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3200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