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NTPC Green Energy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Leading energy provider in India</a:t>
            </a:r>
          </a:p>
          <a:p>
            <a:pPr lvl="1">
              <a:defRPr sz="2000"/>
            </a:pPr>
            <a:r>
              <a:t>Focus on renewable energy initiatives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Recent Solar Capacity Addition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Added 37.5 MW in Gujarat</a:t>
            </a:r>
          </a:p>
          <a:p>
            <a:pPr lvl="1">
              <a:defRPr sz="2000"/>
            </a:pPr>
            <a:r>
              <a:t>Strengthening renewable portfolio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Total Group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Reaches 8,347.78 MW</a:t>
            </a:r>
          </a:p>
          <a:p>
            <a:pPr lvl="1">
              <a:defRPr sz="2000"/>
            </a:pPr>
            <a:r>
              <a:t>Diverse energy sources for sustainability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Significance of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Supports India’s clean energy goals</a:t>
            </a:r>
          </a:p>
          <a:p>
            <a:pPr lvl="1">
              <a:defRPr sz="2000"/>
            </a:pPr>
            <a:r>
              <a:t>Enhances energy security and reliability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Future Prospects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Continued investments in green energy</a:t>
            </a:r>
          </a:p>
          <a:p>
            <a:pPr lvl="1">
              <a:defRPr sz="2000"/>
            </a:pPr>
            <a:r>
              <a:t>Commitment to carbon neutrality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NTPC leads in renewable growth</a:t>
            </a:r>
          </a:p>
          <a:p>
            <a:pPr lvl="1">
              <a:defRPr sz="2000"/>
            </a:pPr>
            <a:r>
              <a:t>Positive impact on environment and society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