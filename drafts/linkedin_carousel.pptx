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Elcogen has expanded its operations into India and the Asia-Pacific (APAC) region.</a:t>
            </a:r>
          </a:p>
          <a:p>
            <a:pPr lvl="1">
              <a:defRPr sz="1600"/>
            </a:pPr>
            <a:r>
              <a:t>The company focuses on green hydrogen technology.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expansion is part of Elcogen's strategy to enhance its market presence in emerging economies.</a:t>
            </a:r>
          </a:p>
          <a:p>
            <a:pPr lvl="1">
              <a:defRPr sz="1600"/>
            </a:pPr>
            <a:r>
              <a:t>Green hydrogen technology is a key component in the transition to sustainable energy.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Elcogen aims to leverage the growing demand for clean energy solutions in the APAC region.</a:t>
            </a:r>
          </a:p>
          <a:p>
            <a:pPr lvl="1">
              <a:defRPr sz="1600"/>
            </a:pPr>
            <a:r>
              <a:t>The company is positioned to contribute to the reduction of carbon emissions.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entry into India aligns with the country's goals for renewable energy adoption.</a:t>
            </a:r>
          </a:p>
          <a:p>
            <a:pPr lvl="1">
              <a:defRPr sz="1600"/>
            </a:pPr>
            <a:r>
              <a:t>Elcogen's technology supports the development of hydrogen as a clean fuel source.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initiative reflects a broader trend of international companies investing in India's energy sector.</a:t>
            </a:r>
          </a:p>
          <a:p>
            <a:pPr lvl="1">
              <a:defRPr sz="1600"/>
            </a:pPr>
            <a:r>
              <a:t>Elcogen's technology is expected to play a role in various industrial applications.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Elcogen Enters India and APAC with Green Hydrogen Technology - Saur Energy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expansion is anticipated to create new opportunities for collaboration in the region.</a:t>
            </a:r>
          </a:p>
          <a:p>
            <a:pPr lvl="1">
              <a:defRPr sz="1600"/>
            </a:pPr>
            <a:r>
              <a:t>Elcogen's move is significant in the context of global efforts to achieve net-zero emissions.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