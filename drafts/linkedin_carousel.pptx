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The European Union is increasingly concerned about China's investments in its energy infrastructure.</a:t>
            </a:r>
          </a:p>
          <a:p>
            <a:pPr lvl="1">
              <a:defRPr sz="1800"/>
            </a:pPr>
            <a:r>
              <a:t>China's involvement in European energy projects has raised security and dependency issues.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The EU is exploring strategies to reduce reliance on Chinese technology in energy systems.</a:t>
            </a:r>
          </a:p>
          <a:p>
            <a:pPr lvl="1">
              <a:defRPr sz="1800"/>
            </a:pPr>
            <a:r>
              <a:t>There are ongoing discussions within the EU about enhancing energy security and diversification.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China has become a significant player in renewable energy investments in Europe.</a:t>
            </a:r>
          </a:p>
          <a:p>
            <a:pPr lvl="1">
              <a:defRPr sz="1800"/>
            </a:pPr>
            <a:r>
              <a:t>The EU aims to balance investments from China with local and allied sources.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The European Commission is assessing the implications of foreign investments in critical energy infrastructure.</a:t>
            </a:r>
          </a:p>
          <a:p>
            <a:pPr lvl="1">
              <a:defRPr sz="1800"/>
            </a:pPr>
            <a:r>
              <a:t>Regulatory frameworks are being developed to scrutinize and potentially limit Chinese investments.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Strategic partnerships with other countries are being prioritized to enhance energy independence.</a:t>
            </a:r>
          </a:p>
          <a:p>
            <a:pPr lvl="1">
              <a:defRPr sz="1800"/>
            </a:pPr>
            <a:r>
              <a:t>The EU is focusing on strengthening its internal market to reduce vulnerabilities.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02020"/>
                </a:solidFill>
              </a:defRPr>
            </a:pPr>
            <a:r>
              <a:t>The dragon in the grid: Limiting China’s influence in Europe’s energy system - European Union Institute for Security Studies |</a:t>
            </a:r>
          </a:p>
          <a:p>
            <a:pPr lvl="1">
              <a:defRPr sz="1800"/>
            </a:pPr>
            <a:r>
              <a:t>The EU's energy strategy includes a commitment to sustainability and reducing carbon emissions.</a:t>
            </a:r>
          </a:p>
          <a:p>
            <a:pPr lvl="1">
              <a:defRPr sz="1800"/>
            </a:pPr>
            <a:r>
              <a:t>Efforts are underway to ensure that energy transitions do not compromise security interests.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