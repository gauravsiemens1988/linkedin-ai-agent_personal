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NTPC and GAIL Joint Venture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NTPC Green Energy has established a 50:50 joint venture (JV) with GAIL.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JV has received the necessary approvals.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Investment Focus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partnership aims to enhance green energy production.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Both companies are focusing on sustainable energy solutions.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Strategic Goals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collaboration will leverage NTPC's renewable energy expertise and GAIL's infrastructure.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JV is expected to drive growth in the green energy sector.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Market Impact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NTPC Green Energy shares have gained attention following the JV announcement.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Investor interest in green energy sectors is likely to increase.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Future Prospects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This JV aligns with India's commitment to expanding its renewable energy portfolio.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Both companies plan to explore various green energy initiatives.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Collaborative Benefits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joint ventures aim to capitalize on each company's strengths.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Combining resources is expected to improve project efficiencies.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