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And GAIL Join Hands To Launch 50:50 Joint Venture For Renewable Energy Projects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NTPC Green Energy and GAIL have formed a 50:50 joint venture.</a:t>
            </a:r>
          </a:p>
          <a:p>
            <a:pPr lvl="1">
              <a:defRPr sz="1600"/>
            </a:pPr>
            <a:r>
              <a:t>The joint venture focuses on renewable energy projects.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And GAIL Join Hands To Launch 50:50 Joint Venture For Renewable Energy Projects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collaboration aims to enhance the renewable energy capacity in India.</a:t>
            </a:r>
          </a:p>
          <a:p>
            <a:pPr lvl="1">
              <a:defRPr sz="1600"/>
            </a:pPr>
            <a:r>
              <a:t>Both companies are leaders in their respective sectors.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And GAIL Join Hands To Launch 50:50 Joint Venture For Renewable Energy Projects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joint venture will leverage NTPC's expertise in power generation.</a:t>
            </a:r>
          </a:p>
          <a:p>
            <a:pPr lvl="1">
              <a:defRPr sz="1600"/>
            </a:pPr>
            <a:r>
              <a:t>GAIL will contribute its experience in energy infrastructure.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And GAIL Join Hands To Launch 50:50 Joint Venture For Renewable Energy Projects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initiative aligns with India's commitment to increasing renewable energy sources.</a:t>
            </a:r>
          </a:p>
          <a:p>
            <a:pPr lvl="1">
              <a:defRPr sz="1600"/>
            </a:pPr>
            <a:r>
              <a:t>The joint venture is expected to support government policies on clean energy.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And GAIL Join Hands To Launch 50:50 Joint Venture For Renewable Energy Projects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partnership is part of a broader strategy to reduce carbon emissions.</a:t>
            </a:r>
          </a:p>
          <a:p>
            <a:pPr lvl="1">
              <a:defRPr sz="1600"/>
            </a:pPr>
            <a:r>
              <a:t>It aims to contribute to sustainable development goals.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/>
            </a:pPr>
            <a:r>
              <a:t>NTPC Green Energy And GAIL Join Hands To Launch 50:50 Joint Venture For Renewable Energy Projects - SolarQuarter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⚠️ Image missing (not found in runner)</a:t>
            </a:r>
          </a:p>
          <a:p>
            <a:pPr lvl="1">
              <a:defRPr sz="1600"/>
            </a:pPr>
            <a:r>
              <a:t>The joint venture will explore various renewable energy technologies.</a:t>
            </a:r>
          </a:p>
          <a:p>
            <a:pPr lvl="1">
              <a:defRPr sz="1600"/>
            </a:pPr>
            <a:r>
              <a:t>It signifies a strategic alliance in the energy sector.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