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Green Energy Commercial Operation of 37.5 MW Solar Project - InvestyWise</a:t>
            </a:r>
          </a:p>
          <a:p>
            <a:pPr lvl="1">
              <a:defRPr sz="1800"/>
            </a:pPr>
            <a:r>
              <a:t>NTPC Green Energy has commenced commercial operations of a 37.5 MW solar project.</a:t>
            </a:r>
          </a:p>
          <a:p>
            <a:pPr lvl="1">
              <a:defRPr sz="1800"/>
            </a:pPr>
            <a:r>
              <a:t>The project contributes to NTPC's renewable energy capacity.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Green Energy Commercial Operation of 37.5 MW Solar Project - InvestyWise</a:t>
            </a:r>
          </a:p>
          <a:p>
            <a:pPr lvl="1">
              <a:defRPr sz="1800"/>
            </a:pPr>
            <a:r>
              <a:t>The solar project is part of NTPC's efforts to enhance its green energy portfolio.</a:t>
            </a:r>
          </a:p>
          <a:p>
            <a:pPr lvl="1">
              <a:defRPr sz="1800"/>
            </a:pPr>
            <a:r>
              <a:t>This initiative aligns with India's commitment to increasing renewable energy 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Green Energy Commercial Operation of 37.5 MW Solar Project - InvestyWise</a:t>
            </a:r>
          </a:p>
          <a:p>
            <a:pPr lvl="1">
              <a:defRPr sz="1800"/>
            </a:pPr>
            <a:r>
              <a:t>The 37.5 MW capacity adds to NTPC's existing renewable energy projects.</a:t>
            </a:r>
          </a:p>
          <a:p>
            <a:pPr lvl="1">
              <a:defRPr sz="1800"/>
            </a:pPr>
            <a:r>
              <a:t>The project is expected to contribute to reducing carbon emissions.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Green Energy Commercial Operation of 37.5 MW Solar Project - InvestyWise</a:t>
            </a:r>
          </a:p>
          <a:p>
            <a:pPr lvl="1">
              <a:defRPr sz="1800"/>
            </a:pPr>
            <a:r>
              <a:t>The solar project is a significant step towards achieving energy sustainability.</a:t>
            </a:r>
          </a:p>
          <a:p>
            <a:pPr lvl="1">
              <a:defRPr sz="1800"/>
            </a:pPr>
            <a:r>
              <a:t>NTPC aims to expand its renewable energy footprint further in the coming years.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Green Energy Commercial Operation of 37.5 MW Solar Project - InvestyWise</a:t>
            </a:r>
          </a:p>
          <a:p>
            <a:pPr lvl="1">
              <a:defRPr sz="1800"/>
            </a:pPr>
            <a:r>
              <a:t>The project showcases NTPC's commitment to green energy initiatives.</a:t>
            </a:r>
          </a:p>
          <a:p>
            <a:pPr lvl="1">
              <a:defRPr sz="1800"/>
            </a:pPr>
            <a:r>
              <a:t>It reflects the growing trend of investment in solar energy in India.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NTPC Green Energy Commercial Operation of 37.5 MW Solar Project - InvestyWise</a:t>
            </a:r>
          </a:p>
          <a:p>
            <a:pPr lvl="1">
              <a:defRPr sz="1800"/>
            </a:pPr>
            <a:r>
              <a:t>The operationalization of this solar project marks a milestone for NTPC Green Energy.</a:t>
            </a:r>
          </a:p>
          <a:p>
            <a:pPr lvl="1">
              <a:defRPr sz="1800"/>
            </a:pPr>
            <a:r>
              <a:t>It is part of a broader strategy to transition towards renewable energy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