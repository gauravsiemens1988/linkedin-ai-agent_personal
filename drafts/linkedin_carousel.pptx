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NTPC Green Energy Commissions 300 MW Phase Of 500 MW Bhadla Solar Project In Rajasthan - SolarQuarter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NTPC Green Energy has commissioned the 300 MW phase of the Bhadla Solar Project.</a:t>
            </a:r>
          </a:p>
          <a:p>
            <a:pPr lvl="1">
              <a:defRPr sz="1600"/>
            </a:pPr>
            <a:r>
              <a:t>The total capacity of the Bhadla Solar Project is 500 MW.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NTPC Green Energy Commissions 300 MW Phase Of 500 MW Bhadla Solar Project In Rajasthan - SolarQuarter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Bhadla Solar Project is located in Rajasthan, India.</a:t>
            </a:r>
          </a:p>
          <a:p>
            <a:pPr lvl="1">
              <a:defRPr sz="1600"/>
            </a:pPr>
            <a:r>
              <a:t>This commissioning is part of NTPC's efforts to expand its renewable energy portfolio.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NTPC Green Energy Commissions 300 MW Phase Of 500 MW Bhadla Solar Project In Rajasthan - SolarQuarter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300 MW phase is a significant step towards achieving NTPC's renewable energy targets.</a:t>
            </a:r>
          </a:p>
          <a:p>
            <a:pPr lvl="1">
              <a:defRPr sz="1600"/>
            </a:pPr>
            <a:r>
              <a:t>NTPC aims to increase its renewable energy capacity in the coming years.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NTPC Green Energy Commissions 300 MW Phase Of 500 MW Bhadla Solar Project In Rajasthan - SolarQuarter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commissioning of this phase contributes to India's solar energy generation capacity.</a:t>
            </a:r>
          </a:p>
          <a:p>
            <a:pPr lvl="1">
              <a:defRPr sz="1600"/>
            </a:pPr>
            <a:r>
              <a:t>Bhadla Solar Park is one of the largest solar parks in the world.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NTPC Green Energy Commissions 300 MW Phase Of 500 MW Bhadla Solar Project In Rajasthan - SolarQuarter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This project aligns with India's commitment to increase renewable energy usage.</a:t>
            </a:r>
          </a:p>
          <a:p>
            <a:pPr lvl="1">
              <a:defRPr sz="1600"/>
            </a:pPr>
            <a:r>
              <a:t>NTPC is a key player in India's transition to sustainable energy sources.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NTPC Green Energy Commissions 300 MW Phase Of 500 MW Bhadla Solar Project In Rajasthan - SolarQuarter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project is part of NTPC's broader strategy to enhance energy security.</a:t>
            </a:r>
          </a:p>
          <a:p>
            <a:pPr lvl="1">
              <a:defRPr sz="1600"/>
            </a:pPr>
            <a:r>
              <a:t>The completion of this phase marks a milestone in NTPC's solar initiatives.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