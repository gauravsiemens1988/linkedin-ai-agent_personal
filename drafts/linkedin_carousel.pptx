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Insolation Energy Subsidiary Signs MOU With Bondada Engineering For Solar Modules - scanx.trade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Insolation Energy has signed a Memorandum of Understanding (MOU) with Bondada Engineering.</a:t>
            </a:r>
          </a:p>
          <a:p>
            <a:pPr lvl="1">
              <a:defRPr sz="1600"/>
            </a:pPr>
            <a:r>
              <a:t>The MOU focuses on the development of solar modules.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Insolation Energy Subsidiary Signs MOU With Bondada Engineering For Solar Modules - scanx.trade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partnership aims to enhance solar energy solutions.</a:t>
            </a:r>
          </a:p>
          <a:p>
            <a:pPr lvl="1">
              <a:defRPr sz="1600"/>
            </a:pPr>
            <a:r>
              <a:t>Bondada Engineering is recognized for its expertise in engineering services.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Insolation Energy Subsidiary Signs MOU With Bondada Engineering For Solar Modules - scanx.trade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collaboration is expected to contribute to renewable energy initiatives.</a:t>
            </a:r>
          </a:p>
          <a:p>
            <a:pPr lvl="1">
              <a:defRPr sz="1600"/>
            </a:pPr>
            <a:r>
              <a:t>Details regarding the specific solar module technology were not disclosed.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Insolation Energy Subsidiary Signs MOU With Bondada Engineering For Solar Modules - scanx.trade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MOU signifies a strategic partnership in the solar energy sector.</a:t>
            </a:r>
          </a:p>
          <a:p>
            <a:pPr lvl="1">
              <a:defRPr sz="1600"/>
            </a:pPr>
            <a:r>
              <a:t>Insolation Energy's subsidiary is focused on expanding its market presence.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Insolation Energy Subsidiary Signs MOU With Bondada Engineering For Solar Modules - scanx.trade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agreement is part of a broader trend towards sustainable energy solutions.</a:t>
            </a:r>
          </a:p>
          <a:p>
            <a:pPr lvl="1">
              <a:defRPr sz="1600"/>
            </a:pPr>
            <a:r>
              <a:t>Both companies aim to leverage their strengths in the renewable energy market.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Insolation Energy Subsidiary Signs MOU With Bondada Engineering For Solar Modules - scanx.trade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</a:t>
            </a:r>
          </a:p>
          <a:p>
            <a:pPr lvl="1">
              <a:defRPr sz="1600"/>
            </a:pPr>
            <a:r>
              <a:t>The MOU could lead to future projects and collaborations in solar technology.</a:t>
            </a:r>
          </a:p>
          <a:p>
            <a:pPr lvl="1">
              <a:defRPr sz="1600"/>
            </a:pPr>
            <a:r>
              <a:t>This partnership aligns with global efforts to increase solar energy adoption.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