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Support for Manufacturing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renewable energy sector is seeking support for manufacturing.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Focus on increasing domestic production capabilities.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Storage Solutions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sector is advocating for improvements in energy storage.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Enhanced storage solutions are critical for renewable energy efficiency.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Green Hydrogen Initiatives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There is a specific call for support in the development of green hydrogen.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Green hydrogen is seen as a vital component for sustainable energy transition.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Overall Sector Goals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renewable energy sector aims to bolster its contributions to national energy goals.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Support from the budget is seen as essential for future growth and innovation.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Importance of Policy Support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Policy support is crucial for the sector to achieve its manufacturing goals.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Investment in renewable technologies is expected to drive economic growth.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0" y="9144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02020"/>
                </a:solidFill>
              </a:defRPr>
            </a:pPr>
            <a:r>
              <a:t>Collaboration with Government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The renewable energy sector seeks collaboration with the government for strategic initiatives.</a:t>
            </a:r>
          </a:p>
          <a:p>
            <a:pPr lvl="1">
              <a:defRPr sz="1800">
                <a:solidFill>
                  <a:srgbClr val="404040"/>
                </a:solidFill>
              </a:defRPr>
            </a:pPr>
            <a:r>
              <a:t>Joint efforts are necessary to enhance the sector's infrastructure and capabilities.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