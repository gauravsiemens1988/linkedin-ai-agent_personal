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Saudi of green energy? Andhra's $10 bn green ammonia hub nears reality - Business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Andhra Pradesh is developing a $10 billion green ammonia hub.</a:t>
            </a:r>
          </a:p>
          <a:p>
            <a:pPr lvl="1">
              <a:defRPr sz="1600"/>
            </a:pPr>
            <a:r>
              <a:t>The project aims to position Andhra Pradesh as a leader in green energy.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Saudi of green energy? Andhra's $10 bn green ammonia hub nears reality - Business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The green ammonia hub is expected to have a significant impact on the local economy.</a:t>
            </a:r>
          </a:p>
          <a:p>
            <a:pPr lvl="1">
              <a:defRPr sz="1600"/>
            </a:pPr>
            <a:r>
              <a:t>It will create numerous job opportunities in the region.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Saudi of green energy? Andhra's $10 bn green ammonia hub nears reality - Business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The hub will utilize renewable energy sources for ammonia production.</a:t>
            </a:r>
          </a:p>
          <a:p>
            <a:pPr lvl="1">
              <a:defRPr sz="1600"/>
            </a:pPr>
            <a:r>
              <a:t>It is part of a broader initiative to enhance sustainable energy practices.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Saudi of green energy? Andhra's $10 bn green ammonia hub nears reality - Business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The project is expected to attract both domestic and international investments.</a:t>
            </a:r>
          </a:p>
          <a:p>
            <a:pPr lvl="1">
              <a:defRPr sz="1600"/>
            </a:pPr>
            <a:r>
              <a:t>It aims to meet the growing global demand for green ammonia.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Saudi of green energy? Andhra's $10 bn green ammonia hub nears reality - Business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The hub will contribute to reducing carbon emissions in the region.</a:t>
            </a:r>
          </a:p>
          <a:p>
            <a:pPr lvl="1">
              <a:defRPr sz="1600"/>
            </a:pPr>
            <a:r>
              <a:t>It aligns with India's commitment to sustainable development goals.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Saudi of green energy? Andhra's $10 bn green ammonia hub nears reality - Business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The project is in advanced stages of planning and development.</a:t>
            </a:r>
          </a:p>
          <a:p>
            <a:pPr lvl="1">
              <a:defRPr sz="1600"/>
            </a:pPr>
            <a:r>
              <a:t>It is expected to play a crucial role in the energy transition in India.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