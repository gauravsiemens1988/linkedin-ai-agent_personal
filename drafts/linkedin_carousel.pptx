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powers up 300-MW solar park in Rajasthan - Renewables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NTPC Green has launched a 300-MW solar park.</a:t>
            </a:r>
          </a:p>
          <a:p>
            <a:pPr lvl="1">
              <a:defRPr sz="1600"/>
            </a:pPr>
            <a:r>
              <a:t>The solar park is located in Rajasthan.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powers up 300-MW solar park in Rajasthan - Renewables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solar park contributes to renewable energy generation.</a:t>
            </a:r>
          </a:p>
          <a:p>
            <a:pPr lvl="1">
              <a:defRPr sz="1600"/>
            </a:pPr>
            <a:r>
              <a:t>NTPC Green is a subsidiary of NTPC Limited.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powers up 300-MW solar park in Rajasthan - Renewables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project is part of India's commitment to increase solar power capacity.</a:t>
            </a:r>
          </a:p>
          <a:p>
            <a:pPr lvl="1">
              <a:defRPr sz="1600"/>
            </a:pPr>
            <a:r>
              <a:t>Rajasthan is known for its high solar insolation.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powers up 300-MW solar park in Rajasthan - Renewables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solar park is expected to enhance energy security.</a:t>
            </a:r>
          </a:p>
          <a:p>
            <a:pPr lvl="1">
              <a:defRPr sz="1600"/>
            </a:pPr>
            <a:r>
              <a:t>It aligns with the government's renewable energy targets.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powers up 300-MW solar park in Rajasthan - Renewables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project supports local job creation during construction.</a:t>
            </a:r>
          </a:p>
          <a:p>
            <a:pPr lvl="1">
              <a:defRPr sz="1600"/>
            </a:pPr>
            <a:r>
              <a:t>It is part of a larger initiative to develop renewable energy infrastructure.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powers up 300-MW solar park in Rajasthan - Renewables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solar park will help reduce carbon emissions.</a:t>
            </a:r>
          </a:p>
          <a:p>
            <a:pPr lvl="1">
              <a:defRPr sz="1600"/>
            </a:pPr>
            <a:r>
              <a:t>It is a significant step towards sustainable energy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