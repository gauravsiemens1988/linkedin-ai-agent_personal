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adds momentum to its clean energy portfolio in Maharashtra - Manufacturing Today India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1600"/>
            </a:pPr>
            <a:r>
              <a:t>Juniper Green Energy is expanding its clean energy portfolio in Maharashtra.</a:t>
            </a:r>
          </a:p>
          <a:p>
            <a:pPr lvl="1">
              <a:defRPr sz="1600"/>
            </a:pPr>
            <a:r>
              <a:t>The company is focused on increasing its renewable energy capacity in the region.</a:t>
            </a:r>
          </a:p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adds momentum to its clean energy portfolio in Maharashtra - Manufacturing Today India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1600"/>
            </a:pPr>
            <a:r>
              <a:t>The expansion aligns with Maharashtra's goals for sustainable energy development.</a:t>
            </a:r>
          </a:p>
          <a:p>
            <a:pPr lvl="1">
              <a:defRPr sz="1600"/>
            </a:pPr>
            <a:r>
              <a:t>Juniper Green Energy aims to contribute to the state's clean energy targets.</a:t>
            </a:r>
          </a:p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adds momentum to its clean energy portfolio in Maharashtra - Manufacturing Today India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1600"/>
            </a:pPr>
            <a:r>
              <a:t>The initiative is part of a broader strategy to enhance renewable energy sources.</a:t>
            </a:r>
          </a:p>
          <a:p>
            <a:pPr lvl="1">
              <a:defRPr sz="1600"/>
            </a:pPr>
            <a:r>
              <a:t>Maharashtra is a key area for renewable energy investments in India.</a:t>
            </a:r>
          </a:p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adds momentum to its clean energy portfolio in Maharashtra - Manufacturing Today India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1600"/>
            </a:pPr>
            <a:r>
              <a:t>Juniper Green Energy is committed to reducing carbon emissions through its projects.</a:t>
            </a:r>
          </a:p>
          <a:p>
            <a:pPr lvl="1">
              <a:defRPr sz="1600"/>
            </a:pPr>
            <a:r>
              <a:t>The company is exploring various renewable technologies for implementation.</a:t>
            </a:r>
          </a:p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adds momentum to its clean energy portfolio in Maharashtra - Manufacturing Today India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1600"/>
            </a:pPr>
            <a:r>
              <a:t>The clean energy projects are expected to create job opportunities in the region.</a:t>
            </a:r>
          </a:p>
          <a:p>
            <a:pPr lvl="1">
              <a:defRPr sz="1600"/>
            </a:pPr>
            <a:r>
              <a:t>Local communities are anticipated to benefit from the renewable energy initiatives.</a:t>
            </a:r>
          </a:p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adds momentum to its clean energy portfolio in Maharashtra - Manufacturing Today India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1600"/>
            </a:pPr>
            <a:r>
              <a:t>Juniper Green Energy's projects will support the transition to a sustainable energy future.</a:t>
            </a:r>
          </a:p>
          <a:p>
            <a:pPr lvl="1">
              <a:defRPr sz="1600"/>
            </a:pPr>
            <a:r>
              <a:t>The company is actively engaging with stakeholders to promote clean energy solutions.</a:t>
            </a:r>
          </a:p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5259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