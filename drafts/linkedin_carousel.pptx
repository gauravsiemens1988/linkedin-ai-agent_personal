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Elcogen Expands Into India And Asia-Pacific, Appoints Anil Srikar Pavuluri As Business Development Director - SolarQuarter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Elcogen has announced its expansion into India and the Asia-Pacific region.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Anil Srikar Pavuluri has been appointed as the Business Development Director.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Elcogen Expands Into India And Asia-Pacific, Appoints Anil Srikar Pavuluri As Business Development Director - SolarQuarter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The expansion aims to enhance Elcogen's presence in emerging markets.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The appointment of Anil Srikar Pavuluri is part of the company's strategic growth plan.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Elcogen Expands Into India And Asia-Pacific, Appoints Anil Srikar Pavuluri As Business Development Director - SolarQuarter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Elcogen focuses on developing innovative energy solutions.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The Asia-Pacific region is identified as a key market for renewable energy growth.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Elcogen Expands Into India And Asia-Pacific, Appoints Anil Srikar Pavuluri As Business Development Director - SolarQuarter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The company aims to leverage local expertise through its new appointment.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Anil Srikar Pavuluri brings significant experience in business development.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Elcogen Expands Into India And Asia-Pacific, Appoints Anil Srikar Pavuluri As Business Development Director - SolarQuarter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Elcogen's expansion is expected to create new opportunities in the renewable sector.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The company is committed to contributing to sustainable energy solutions.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Elcogen Expands Into India And Asia-Pacific, Appoints Anil Srikar Pavuluri As Business Development Director - SolarQuarter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The strategic move aligns with global trends towards renewable energy adoption.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Elcogen aims to establish partnerships within the region to enhance its market position.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