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Juniper Green has completed the solar component of the Solapur hybrid power project.</a:t>
            </a:r>
          </a:p>
          <a:p>
            <a:pPr lvl="1">
              <a:defRPr sz="1800"/>
            </a:pPr>
            <a:r>
              <a:t>The total capacity of the Solapur hybrid power project is 133 MW.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The project is located in Solapur, India.</a:t>
            </a:r>
          </a:p>
          <a:p>
            <a:pPr lvl="1">
              <a:defRPr sz="1800"/>
            </a:pPr>
            <a:r>
              <a:t>The hybrid power project includes both solar and other energy components.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The completion of the solar component contributes to renewable energy generation in the region.</a:t>
            </a:r>
          </a:p>
          <a:p>
            <a:pPr lvl="1">
              <a:defRPr sz="1800"/>
            </a:pPr>
            <a:r>
              <a:t>Juniper Green is focused on expanding its renewable energy portfolio.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The project aligns with India's goals for increasing renewable energy capacity.</a:t>
            </a:r>
          </a:p>
          <a:p>
            <a:pPr lvl="1">
              <a:defRPr sz="1800"/>
            </a:pPr>
            <a:r>
              <a:t>The hybrid power project is part of a broader initiative to enhance energy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The solar component is a significant step in the development of the hybrid project.</a:t>
            </a:r>
          </a:p>
          <a:p>
            <a:pPr lvl="1">
              <a:defRPr sz="1800"/>
            </a:pPr>
            <a:r>
              <a:t>Completion of this project may lead to further investments in renewable energy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Juniper Green completes solar component of 133 MW Solapur hybrid power project - pv magazine India</a:t>
            </a:r>
          </a:p>
          <a:p>
            <a:pPr lvl="1">
              <a:defRPr sz="1800"/>
            </a:pPr>
            <a:r>
              <a:t>The project showcases advancements in solar technology and hybrid systems.</a:t>
            </a:r>
          </a:p>
          <a:p>
            <a:pPr lvl="1">
              <a:defRPr sz="1800"/>
            </a:pPr>
            <a:r>
              <a:t>Juniper Green's efforts contribute to the reduction of carbon emissions in the energy sector.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