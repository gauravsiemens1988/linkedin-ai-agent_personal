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PFC Consulting Accelerates Clean Energy Push with New 4.5 GW Transmission Project in Andhra Pradesh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PFC Consulting has initiated a new transmission project with a capacity of 4.5 GW.</a:t>
            </a:r>
          </a:p>
          <a:p>
            <a:pPr lvl="1">
              <a:defRPr sz="1600"/>
            </a:pPr>
            <a:r>
              <a:t>The project is located in Andhra Pradesh.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PFC Consulting Accelerates Clean Energy Push with New 4.5 GW Transmission Project in Andhra Pradesh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new transmission project aims to enhance clean energy infrastructure.</a:t>
            </a:r>
          </a:p>
          <a:p>
            <a:pPr lvl="1">
              <a:defRPr sz="1600"/>
            </a:pPr>
            <a:r>
              <a:t>It is part of PFC Consulting's broader strategy to support renewable energy initiatives.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PFC Consulting Accelerates Clean Energy Push with New 4.5 GW Transmission Project in Andhra Pradesh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is expected to facilitate the integration of renewable energy sources.</a:t>
            </a:r>
          </a:p>
          <a:p>
            <a:pPr lvl="1">
              <a:defRPr sz="1600"/>
            </a:pPr>
            <a:r>
              <a:t>It aligns with India's goals for increasing clean energy capacity.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PFC Consulting Accelerates Clean Energy Push with New 4.5 GW Transmission Project in Andhra Pradesh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contributes to the overall energy transition in the region.</a:t>
            </a:r>
          </a:p>
          <a:p>
            <a:pPr lvl="1">
              <a:defRPr sz="1600"/>
            </a:pPr>
            <a:r>
              <a:t>It is a significant step towards achieving energy sustainability.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PFC Consulting Accelerates Clean Energy Push with New 4.5 GW Transmission Project in Andhra Pradesh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PFC Consulting is focused on developing infrastructure for renewable energy.</a:t>
            </a:r>
          </a:p>
          <a:p>
            <a:pPr lvl="1">
              <a:defRPr sz="1600"/>
            </a:pPr>
            <a:r>
              <a:t>The 4.5 GW capacity will support various clean energy projects in Andhra Pradesh.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PFC Consulting Accelerates Clean Energy Push with New 4.5 GW Transmission Project in Andhra Pradesh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is part of a larger effort to enhance energy security in India.</a:t>
            </a:r>
          </a:p>
          <a:p>
            <a:pPr lvl="1">
              <a:defRPr sz="1600"/>
            </a:pPr>
            <a:r>
              <a:t>It reflects the growing investment in clean energy technologies.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