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/>
            </a:pPr>
            <a:r>
              <a:t>Juniper Green Energy Commissions Additional 72 MWp Solar Component of Hybrid Project in Maharashtra - Energetica India Magazine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⚠️ Image missing (not found in runner)</a:t>
            </a:r>
          </a:p>
          <a:p>
            <a:pPr lvl="1">
              <a:defRPr sz="1600"/>
            </a:pPr>
            <a:r>
              <a:t>Juniper Green Energy has commissioned an additional 72 MWp solar component.</a:t>
            </a:r>
          </a:p>
          <a:p>
            <a:pPr lvl="1">
              <a:defRPr sz="1600"/>
            </a:pPr>
            <a:r>
              <a:t>The project is part of a hybrid initiative located in Maharashtra.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/>
            </a:pPr>
            <a:r>
              <a:t>Juniper Green Energy Commissions Additional 72 MWp Solar Component of Hybrid Project in Maharashtra - Energetica India Magazine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⚠️ Image missing (not found in runner)</a:t>
            </a:r>
          </a:p>
          <a:p>
            <a:pPr lvl="1">
              <a:defRPr sz="1600"/>
            </a:pPr>
            <a:r>
              <a:t>The total capacity of the solar component is 72 MWp.</a:t>
            </a:r>
          </a:p>
          <a:p>
            <a:pPr lvl="1">
              <a:defRPr sz="1600"/>
            </a:pPr>
            <a:r>
              <a:t>This addition enhances the renewable energy output in Maharashtra.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/>
            </a:pPr>
            <a:r>
              <a:t>Juniper Green Energy Commissions Additional 72 MWp Solar Component of Hybrid Project in Maharashtra - Energetica India Magazine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⚠️ Image missing (not found in runner)</a:t>
            </a:r>
          </a:p>
          <a:p>
            <a:pPr lvl="1">
              <a:defRPr sz="1600"/>
            </a:pPr>
            <a:r>
              <a:t>The hybrid project aims to integrate solar energy with other renewable sources.</a:t>
            </a:r>
          </a:p>
          <a:p>
            <a:pPr lvl="1">
              <a:defRPr sz="1600"/>
            </a:pPr>
            <a:r>
              <a:t>Maharashtra is a key region for renewable energy development in India.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/>
            </a:pPr>
            <a:r>
              <a:t>Juniper Green Energy Commissions Additional 72 MWp Solar Component of Hybrid Project in Maharashtra - Energetica India Magazine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⚠️ Image missing (not found in runner)</a:t>
            </a:r>
          </a:p>
          <a:p>
            <a:pPr lvl="1">
              <a:defRPr sz="1600"/>
            </a:pPr>
            <a:r>
              <a:t>The commissioning of the solar component contributes to India's renewable energy targets.</a:t>
            </a:r>
          </a:p>
          <a:p>
            <a:pPr lvl="1">
              <a:defRPr sz="1600"/>
            </a:pPr>
            <a:r>
              <a:t>Juniper Green Energy is focused on expanding its renewable energy portfolio.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/>
            </a:pPr>
            <a:r>
              <a:t>Juniper Green Energy Commissions Additional 72 MWp Solar Component of Hybrid Project in Maharashtra - Energetica India Magazine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⚠️ Image missing (not found in runner)</a:t>
            </a:r>
          </a:p>
          <a:p>
            <a:pPr lvl="1">
              <a:defRPr sz="1600"/>
            </a:pPr>
            <a:r>
              <a:t>The project reflects ongoing investments in sustainable energy solutions.</a:t>
            </a:r>
          </a:p>
          <a:p>
            <a:pPr lvl="1">
              <a:defRPr sz="1600"/>
            </a:pPr>
            <a:r>
              <a:t>This initiative supports local energy needs and reduces carbon footprint.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/>
            </a:pPr>
            <a:r>
              <a:t>Juniper Green Energy Commissions Additional 72 MWp Solar Component of Hybrid Project in Maharashtra - Energetica India Magazine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⚠️ Image missing (not found in runner)</a:t>
            </a:r>
          </a:p>
          <a:p>
            <a:pPr lvl="1">
              <a:defRPr sz="1600"/>
            </a:pPr>
            <a:r>
              <a:t>The hybrid project is part of a broader strategy to enhance energy security.</a:t>
            </a:r>
          </a:p>
          <a:p>
            <a:pPr lvl="1">
              <a:defRPr sz="1600"/>
            </a:pPr>
            <a:r>
              <a:t>Juniper Green Energy's efforts align with national policies on renewable energy.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