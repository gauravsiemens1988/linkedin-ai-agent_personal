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Onix Renewable Signs MoU with Government of Gujarat at Vibrant Gujarat 2026 for Clean Energy Expansion - Energetica India Magazine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Onix Renewable has signed a Memorandum of Understanding (MoU) with the Government of Gujarat.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The signing took place during the Vibrant Gujarat 2026 event.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Onix Renewable Signs MoU with Government of Gujarat at Vibrant Gujarat 2026 for Clean Energy Expansion - Energetica India Magazine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The MoU aims to facilitate clean energy expansion in the region.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This partnership is part of Gujarat's broader initiative to enhance renewable energy capacity.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Onix Renewable Signs MoU with Government of Gujarat at Vibrant Gujarat 2026 for Clean Energy Expansion - Energetica India Magazine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The agreement aligns with India's commitment to increasing renewable energy sources.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Gujarat is known for its significant investments in clean energy projects.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Onix Renewable Signs MoU with Government of Gujarat at Vibrant Gujarat 2026 for Clean Energy Expansion - Energetica India Magazine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The MoU is expected to contribute to job creation in the clean energy sector.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Onix Renewable aims to leverage Gujarat's favorable policies for renewable energy.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Onix Renewable Signs MoU with Government of Gujarat at Vibrant Gujarat 2026 for Clean Energy Expansion - Energetica India Magazine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The Vibrant Gujarat summit is a platform for investment and collaboration in various sectors.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Onix Renewable's initiative reflects the growing trend of public-private partnerships in clean energy.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Onix Renewable Signs MoU with Government of Gujarat at Vibrant Gujarat 2026 for Clean Energy Expansion - Energetica India Magazine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The MoU signifies a strategic move towards sustainable energy solutions.</a:t>
            </a:r>
          </a:p>
          <a:p>
            <a:pPr lvl="1">
              <a:defRPr sz="1800">
                <a:solidFill>
                  <a:srgbClr val="F0F0F0"/>
                </a:solidFill>
              </a:defRPr>
            </a:pPr>
            <a:r>
              <a:t>This collaboration is part of Gujarat's vision for a greener future.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