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0" y="914400"/>
            <a:ext cx="41148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02020"/>
                </a:solidFill>
              </a:defRPr>
            </a:pPr>
            <a:r>
              <a:t>New Solar Capacity</a:t>
            </a:r>
          </a:p>
          <a:p>
            <a:pPr lvl="1">
              <a:defRPr sz="1800">
                <a:solidFill>
                  <a:srgbClr val="404040"/>
                </a:solidFill>
              </a:defRPr>
            </a:pPr>
            <a:r>
              <a:t>NTPC Green Energy has added 37.5 MW solar capacity.</a:t>
            </a:r>
          </a:p>
          <a:p>
            <a:pPr lvl="1">
              <a:defRPr sz="1800">
                <a:solidFill>
                  <a:srgbClr val="404040"/>
                </a:solidFill>
              </a:defRPr>
            </a:pPr>
            <a:r>
              <a:t>The addition took place in Gujarat.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0" y="914400"/>
            <a:ext cx="41148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02020"/>
                </a:solidFill>
              </a:defRPr>
            </a:pPr>
            <a:r>
              <a:t>Total Capacity Achievement</a:t>
            </a:r>
          </a:p>
          <a:p>
            <a:pPr lvl="1">
              <a:defRPr sz="1800">
                <a:solidFill>
                  <a:srgbClr val="404040"/>
                </a:solidFill>
              </a:defRPr>
            </a:pPr>
            <a:r>
              <a:t>Total capacity of NTPC Green Energy group reaches 8,347.78 MW.</a:t>
            </a:r>
          </a:p>
          <a:p>
            <a:pPr lvl="1">
              <a:defRPr sz="1800">
                <a:solidFill>
                  <a:srgbClr val="404040"/>
                </a:solidFill>
              </a:defRPr>
            </a:pPr>
            <a:r>
              <a:t>This reflects the company's commitment to expanding renewable energy.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0" y="914400"/>
            <a:ext cx="41148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02020"/>
                </a:solidFill>
              </a:defRPr>
            </a:pPr>
            <a:r>
              <a:t>Gujarat Solar Initiative</a:t>
            </a:r>
          </a:p>
          <a:p>
            <a:pPr lvl="1">
              <a:defRPr sz="1800">
                <a:solidFill>
                  <a:srgbClr val="404040"/>
                </a:solidFill>
              </a:defRPr>
            </a:pPr>
            <a:r>
              <a:t>The recent solar capacity boost is part of NTPC's ongoing projects.</a:t>
            </a:r>
          </a:p>
          <a:p>
            <a:pPr lvl="1">
              <a:defRPr sz="1800">
                <a:solidFill>
                  <a:srgbClr val="404040"/>
                </a:solidFill>
              </a:defRPr>
            </a:pPr>
            <a:r>
              <a:t>Gujarat is a key location for renewable energy development.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0" y="914400"/>
            <a:ext cx="41148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02020"/>
                </a:solidFill>
              </a:defRPr>
            </a:pPr>
            <a:r>
              <a:t>Impact on Renewable Energy</a:t>
            </a:r>
          </a:p>
          <a:p>
            <a:pPr lvl="1">
              <a:defRPr sz="1800">
                <a:solidFill>
                  <a:srgbClr val="404040"/>
                </a:solidFill>
              </a:defRPr>
            </a:pPr>
            <a:r>
              <a:t>NTPC Green Energy's expansion contributes to renewable energy goals.</a:t>
            </a:r>
          </a:p>
          <a:p>
            <a:pPr lvl="1">
              <a:defRPr sz="1800">
                <a:solidFill>
                  <a:srgbClr val="404040"/>
                </a:solidFill>
              </a:defRPr>
            </a:pPr>
            <a:r>
              <a:t>Solar energy is a critical component of India's energy transition.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0" y="914400"/>
            <a:ext cx="41148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02020"/>
                </a:solidFill>
              </a:defRPr>
            </a:pPr>
            <a:r>
              <a:t>Organization Overview</a:t>
            </a:r>
          </a:p>
          <a:p>
            <a:pPr lvl="1">
              <a:defRPr sz="1800">
                <a:solidFill>
                  <a:srgbClr val="404040"/>
                </a:solidFill>
              </a:defRPr>
            </a:pPr>
            <a:r>
              <a:t>NTPC Green Energy focuses on renewable energy initiatives.</a:t>
            </a:r>
          </a:p>
          <a:p>
            <a:pPr lvl="1">
              <a:defRPr sz="1800">
                <a:solidFill>
                  <a:srgbClr val="404040"/>
                </a:solidFill>
              </a:defRPr>
            </a:pPr>
            <a:r>
              <a:t>It operates under the NTPC Group, known for leadership in power generation.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0" y="914400"/>
            <a:ext cx="41148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02020"/>
                </a:solidFill>
              </a:defRPr>
            </a:pPr>
            <a:r>
              <a:t>Future Projections</a:t>
            </a:r>
          </a:p>
          <a:p>
            <a:pPr lvl="1">
              <a:defRPr sz="1800">
                <a:solidFill>
                  <a:srgbClr val="404040"/>
                </a:solidFill>
              </a:defRPr>
            </a:pPr>
            <a:r>
              <a:t>Continued investment in solar capacity is expected.</a:t>
            </a:r>
          </a:p>
          <a:p>
            <a:pPr lvl="1">
              <a:defRPr sz="1800">
                <a:solidFill>
                  <a:srgbClr val="404040"/>
                </a:solidFill>
              </a:defRPr>
            </a:pPr>
            <a:r>
              <a:t>NTPC aims to further increase its overall renewable energy portfolio.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