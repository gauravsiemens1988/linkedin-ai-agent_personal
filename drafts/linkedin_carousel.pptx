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Project Expansion Overview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NTPC Green Energy has expanded the Bhuj solar project.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An additional capacity of 37.5 MW has been added.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Total Capacity Achieved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total capacity of the Bhuj solar project now reaches 8,347.78 MW.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This expansion contributes to NTPC Green Energy's overall capacity growth.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Location of the Project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expanded solar project is located in Bhuj.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Bhuj is a strategic location for solar energy production.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Company Profile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NTPC Green Energy focuses on renewable energy projects.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company is part of NTPC Limited, a major player in India's energy sector.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Importance of Solar Energy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addition of renewable energy sources is critical for sustainability.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Solar energy helps reduce carbon emissions and dependence on fossil fuels.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Future Outlook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NTPC Green Energy aims to further increase its renewable energy capacity.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Continued investment in solar projects is expected to support growth.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