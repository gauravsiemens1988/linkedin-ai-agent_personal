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NTPC Green Energy board okays 50:50 JV with GAIL - India Infoline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Strategic joint venture in India’s clean energy sector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Key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NTPC Green Energy approves a 50:50 JV with GAIL</a:t>
            </a:r>
          </a:p>
          <a:p>
            <a:pPr>
              <a:defRPr sz="1800"/>
            </a:pPr>
            <a:r>
              <a:t>Focus on renewable and clean energy projects</a:t>
            </a:r>
          </a:p>
          <a:p>
            <a:pPr>
              <a:defRPr sz="1800"/>
            </a:pPr>
            <a:r>
              <a:t>Strengthens public-sector collaboration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Accelerates India’s energy transition</a:t>
            </a:r>
          </a:p>
          <a:p>
            <a:pPr>
              <a:defRPr sz="1800"/>
            </a:pPr>
            <a:r>
              <a:t>Supports green hydrogen and renewables</a:t>
            </a:r>
          </a:p>
          <a:p>
            <a:pPr>
              <a:defRPr sz="1800"/>
            </a:pPr>
            <a:r>
              <a:t>Enhances long-term energy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Industry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Boosts investor confidence in green energy</a:t>
            </a:r>
          </a:p>
          <a:p>
            <a:pPr>
              <a:defRPr sz="1800"/>
            </a:pPr>
            <a:r>
              <a:t>Encourages large-scale clean infrastructure</a:t>
            </a:r>
          </a:p>
          <a:p>
            <a:pPr>
              <a:defRPr sz="1800"/>
            </a:pPr>
            <a:r>
              <a:t>Aligns with India’s net-zero goals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India Infoline</a:t>
            </a:r>
          </a:p>
          <a:p>
            <a:pPr>
              <a:defRPr sz="1800"/>
            </a:pPr>
            <a:r>
              <a:t>Read full article 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